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8421" y="3632240"/>
            <a:ext cx="1950958" cy="251460"/>
          </a:xfrm>
          <a:prstGeom prst="roundRect">
            <a:avLst>
              <a:gd name="adj" fmla="val 727273"/>
            </a:avLst>
          </a:prstGeom>
          <a:solidFill>
            <a:srgbClr val="10B981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MVP готов к продакшену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57282" y="799505"/>
            <a:ext cx="4629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Закупки РМКСИБ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323713" y="1591985"/>
            <a:ext cx="449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AI-ассистент для автоматизации закупок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93320" y="2262545"/>
            <a:ext cx="2557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Telegram бот нового поколения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38150" y="4112300"/>
            <a:ext cx="2067701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 ноября 2025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Проблематика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92506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Вызовы текущего процесса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69926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заявок в день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 коммерческих предложений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 товарных позиций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Ручной анализ каждого лота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92506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Потери ресурсов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69926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Много времени на обработку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Ошибки от утомления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Отсутствие синхронизации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Сложность с масштабированием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9760"/>
            <a:ext cx="253996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889760"/>
            <a:ext cx="253996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889760"/>
            <a:ext cx="254008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Решение: Система автоматизации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2118360"/>
            <a:ext cx="2044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76300" y="2461260"/>
            <a:ext cx="20446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Автоматический анализ привлекательности лотов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8661" y="2118360"/>
            <a:ext cx="2044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Поиск поставщиков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568661" y="2461260"/>
            <a:ext cx="208555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Умный поиск через AI и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1021" y="2118360"/>
            <a:ext cx="2044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КП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261021" y="2461260"/>
            <a:ext cx="204477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Извлечение и сравнение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63474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 70-80%</a:t>
            </a:r>
            <a:pPr algn="ctr" indent="0" marL="0">
              <a:lnSpc>
                <a:spcPts val="32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времени на анализ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 системы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83261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21361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Telegram Bot (aiogram 3.10.0)</a:t>
            </a:r>
            <a:endParaRPr lang="en-US" sz="1350" dirty="0"/>
          </a:p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FSM для управления состояниями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83261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Backend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724400" y="221361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Python 3.11+ (async)</a:t>
            </a:r>
            <a:endParaRPr lang="en-US" sz="1350" dirty="0"/>
          </a:p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Service layer + Repository pattern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0670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09600" y="344805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PostgreSQL (основная БД)</a:t>
            </a:r>
            <a:endParaRPr lang="en-US" sz="1350" dirty="0"/>
          </a:p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Redis (кэш, FSM состояния)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30670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&amp; Интеграции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724400" y="344805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Perplexity API (LLM)</a:t>
            </a:r>
            <a:endParaRPr lang="en-US" sz="1350" dirty="0"/>
          </a:p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Sniper Search, SMTP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73211"/>
            <a:ext cx="1009174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3.11+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1694974" y="1873211"/>
            <a:ext cx="1009174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aiogram 3.10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2780348" y="1873211"/>
            <a:ext cx="935117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3791664" y="1873211"/>
            <a:ext cx="572929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Redis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4440793" y="1873211"/>
            <a:ext cx="1000720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SQLAlchemy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517713" y="1873211"/>
            <a:ext cx="73628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Alembic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2952631"/>
            <a:ext cx="107537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Perplexity API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761173" y="2952631"/>
            <a:ext cx="1059537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Sniper Search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896910" y="2952631"/>
            <a:ext cx="956905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pdfplumber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930015" y="2952631"/>
            <a:ext cx="101179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python-docx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018008" y="2952631"/>
            <a:ext cx="100167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APScheduler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9600" y="4032052"/>
            <a:ext cx="672822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358622" y="4032052"/>
            <a:ext cx="1260991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695813" y="4032052"/>
            <a:ext cx="430054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09600" y="1492211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Основные технологии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09600" y="2571631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&amp; Интеграции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09600" y="3651052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Инфраструктура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80461"/>
            <a:ext cx="7924800" cy="853440"/>
          </a:xfrm>
          <a:prstGeom prst="roundRect">
            <a:avLst>
              <a:gd name="adj" fmla="val 4285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Структура базы данных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95400"/>
            <a:ext cx="7924800" cy="215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users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пользователи (user, manager, admin)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user_preferences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настройки уведомлений и фильтров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lots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закупки с номер, название, бюджет, статус просмотра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suppliers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база поставщиков с рейтингом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commercial_proposals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КП с автоматическим анализом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3832861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JSON поля для гибкого хранения • </a:t>
            </a:r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Оптимизированные индексы • </a:t>
            </a:r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Автоматическая очистка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Управление лотами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Парсинг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Автопарсинг ПАВЛИК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Каждые 30 минут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Скачивание документации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Фильтрация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1676400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заказчикам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номенклатуре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бюджету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070861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Статусы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09600" y="3451861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not_viewed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in_work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rejected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86300" y="3070861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Автоочистка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686300" y="3451861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Ежедневно в 3:00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Удаление просроченных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Фильтрация при отображении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109"/>
            <a:ext cx="7924800" cy="2392680"/>
          </a:xfrm>
          <a:prstGeom prst="roundRect">
            <a:avLst>
              <a:gd name="adj" fmla="val 1528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 закупок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870709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Модель: Perplexity llama-3.1-sonar-large-128k-online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76300" y="2251709"/>
            <a:ext cx="7429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лотов с учетом бюджета и накладных расходов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Оценка привлекательности и рисков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Рекомендации по участию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Результаты в Telegram и email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17502"/>
            <a:ext cx="253996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917502"/>
            <a:ext cx="253996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917502"/>
            <a:ext cx="254008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Поиск поставщиков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536502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Методы поиска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76300" y="2146102"/>
            <a:ext cx="2085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Perplexity AI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6300" y="2420424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Интеллектуальный поиск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568661" y="2146102"/>
            <a:ext cx="2085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Sniper Search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8661" y="2420424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Специализированный API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261021" y="2146102"/>
            <a:ext cx="2085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Загрузка документов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1021" y="2420424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Excel/PDF/DOCX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36292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09600" y="374392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Автоматический поиск email на сайтах • Группировка по адресам • Формирование RFQ • Групповая отправка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коммерческих предложений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79248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Форматы: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PDF, DOCX, DOC, TXT, RTF, XLSX, XLS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Извлечение: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Поставщик, сумма, количество, условия поставки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Улучшения: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Распознавание прописью, фильтрация банков, поиск "Исполнитель"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Рейтинг надежности поставщика через Perplexity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Отчет: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Сравнение всех КП с визуализацией рейтингов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Система уведомлений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46909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Email-уведомления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327909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 появлении новых лотов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Для admin и manager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Персонализация по фильтрам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Fallback на дефолтные email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946909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Логика фильтрации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2327909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Проверка роли пользователя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Наличие email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Включенные уведомления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Соответствие фильтрам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091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81350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1863091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3181350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Статистика и аналитика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4820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Лоты и КП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04672" y="2091691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08359" y="2602232"/>
            <a:ext cx="81236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заявок/день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4672" y="3409950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0670" y="3920491"/>
            <a:ext cx="192774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коммерческих предложений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724400" y="14820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Показатели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919472" y="2091691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07180" y="2602232"/>
            <a:ext cx="124432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товарных позиций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919472" y="3409950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07763" y="3920491"/>
            <a:ext cx="144315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сокращение времени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Безопасность и конфигурация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🔒 Безопасность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Шифрование паролей (AES-256)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Переменные окружения (.env)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AuthMiddleware для авторизации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Роли: user, manager, admin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Конфигурация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167640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Динамические переменные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Файлы заказчиков и номенклатуры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Пороги бюджета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Настройки AI и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Развертывание и инфраструктура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08784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089784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сервисы контейнеризованы • Автоматический запуск с применением миграций • Изолированная среда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465198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Минимальная конфигурация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09600" y="3846198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CPU: 2 ядра • RAM: 2 ГБ • Диск: 20 ГБ SSD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86300" y="3465198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Рекомендуемая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686300" y="3846198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CPU: 4 ядра • RAM: 4-8 ГБ • Диск: 100 ГБ SSD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Результаты и достижения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5582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проекта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939291"/>
            <a:ext cx="381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 файлов Python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10+ модулей обработчиков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моделей БД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сервисов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15+ команд бота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25+ GUI-кнопок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24400" y="15582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Реализовано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724400" y="1939291"/>
            <a:ext cx="381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Полная автоматизация анализа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AI-интеграция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Поиск поставщиков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Анализ КП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Уведомления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Статистика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16632"/>
            <a:ext cx="7924800" cy="579120"/>
          </a:xfrm>
          <a:prstGeom prst="roundRect">
            <a:avLst>
              <a:gd name="adj" fmla="val 63158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Будущее развитие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733550"/>
            <a:ext cx="38481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Ручной ввод данных о поставщиках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Редактирование загруженных КП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Экспорт отчетов (Excel/PDF)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Привязка КП к лотам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733550"/>
            <a:ext cx="38481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Интеграция с другими API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Расширенная аналитика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Уведомления в Telegram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Интеграция с CRM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669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Roadmap: Q1 2026 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7237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677237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677237"/>
            <a:ext cx="254008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990850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61" y="2990850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4321" y="2990850"/>
            <a:ext cx="254008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Ключевые преимущества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76300" y="1905837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 Быстрота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2225873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за 10-30 сек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568661" y="1905837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 Интеллект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8661" y="2225873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 каждого лота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261021" y="1905837"/>
            <a:ext cx="204477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Масштабируемость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1021" y="2225873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Готово к нагрузкам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876300" y="3219450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🔐 Безопасность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300" y="3539496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Шифрование и роли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3568661" y="3219450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Точность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8661" y="3539496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 сокращение ошибок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261021" y="3219450"/>
            <a:ext cx="204477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📱 Удобство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1021" y="3539496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Telegram в кармане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Техническое совершенство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46914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327914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Repository pattern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layer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Async/await везде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FSM для диалогов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946914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Качество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2327914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Обработка ошибок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Централизованное логирование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Оптимизация запросов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Индексы БД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1423" y="941068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11423" y="2358396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11423" y="3775714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9732" y="179068"/>
            <a:ext cx="1424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Выводы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078123" y="1169668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Инновационное решение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078123" y="1474468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Полная автоматизация с AI-анализом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78123" y="2586996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Готово к продакшену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078123" y="2891796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MVP протестирован и развертывается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78123" y="4004314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Масштабируемо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078123" y="4309114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 готова к росту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48438"/>
            <a:ext cx="7924800" cy="467797"/>
          </a:xfrm>
          <a:prstGeom prst="rect">
            <a:avLst/>
          </a:prstGeom>
          <a:noFill/>
          <a:ln w="7620">
            <a:solidFill>
              <a:srgbClr val="F9FAF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Проект и ресурсы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712956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Проект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09600" y="2093956"/>
            <a:ext cx="3848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Название: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Закупки РМКСИБ — AI-ассистент закупок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1879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Статус: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MVP готов к продакшену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06931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Дата: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21 ноября 2025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712956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🛠️ Стек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686300" y="2093956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3.11+, aiogram 3.10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86300" y="2444474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PostgreSQL, Redis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279499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Compose, Perplexity 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" y="3884656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Техническое задание для развития MVP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2025-11-23T04:12:53Z</dcterms:created>
  <dcterms:modified xsi:type="dcterms:W3CDTF">2025-11-23T04:12:53Z</dcterms:modified>
</cp:coreProperties>
</file>